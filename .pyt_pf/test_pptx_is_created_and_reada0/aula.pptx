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Revolução Industrial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criado pela VEGA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Inglaterra, século XVIII</a:t>
            </a:r>
          </a:p>
          <a:p>
            <a:pPr>
              <a:defRPr sz="2000"/>
            </a:pPr>
            <a:r>
              <a:t>Máquina a vapor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Consequências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Urbanização</a:t>
            </a:r>
          </a:p>
          <a:p>
            <a:pPr>
              <a:defRPr sz="2000"/>
            </a:pPr>
            <a:r>
              <a:t>Surgimento do proletariado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