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Teste VEGA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1F4E79"/>
                </a:solidFill>
              </a:rPr>
              <a:t>criado pela VEGA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</a:t>
            </a:r>
          </a:p>
          <a:p>
            <a:pPr>
              <a:defRPr sz="2000"/>
            </a:pPr>
            <a:r>
              <a:t>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